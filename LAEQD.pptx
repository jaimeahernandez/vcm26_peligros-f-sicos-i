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</p:sldIdLst>
  <p:sldSz cx="10080625" cy="5670550"/>
  <p:notesSz cx="7772400" cy="100584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ndación Benjamin Franklin" userId="d46b269fb5ac01ef" providerId="LiveId" clId="{A9E1B4DC-FB0B-4782-9C6A-8173F66EE838}"/>
    <pc:docChg chg="modSld sldOrd">
      <pc:chgData name="Fundación Benjamin Franklin" userId="d46b269fb5ac01ef" providerId="LiveId" clId="{A9E1B4DC-FB0B-4782-9C6A-8173F66EE838}" dt="2026-08-31T22:22:30.792" v="1"/>
      <pc:docMkLst>
        <pc:docMk/>
      </pc:docMkLst>
      <pc:sldChg chg="ord">
        <pc:chgData name="Fundación Benjamin Franklin" userId="d46b269fb5ac01ef" providerId="LiveId" clId="{A9E1B4DC-FB0B-4782-9C6A-8173F66EE838}" dt="2026-08-31T22:22:30.792" v="1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89E9D03-6CC1-4ABE-8B74-ACB39C31712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6A9568-125E-4EAC-9501-E274BBD0EC8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241CEB-A27D-4BBB-943D-DC92C2EAF1E6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/>
          <p:nvPr/>
        </p:nvPicPr>
        <p:blipFill>
          <a:blip r:embed="rId2"/>
          <a:stretch/>
        </p:blipFill>
        <p:spPr>
          <a:xfrm>
            <a:off x="823320" y="10440"/>
            <a:ext cx="8504280" cy="566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/>
          <p:nvPr/>
        </p:nvPicPr>
        <p:blipFill>
          <a:blip r:embed="rId2"/>
          <a:stretch/>
        </p:blipFill>
        <p:spPr>
          <a:xfrm>
            <a:off x="823320" y="10440"/>
            <a:ext cx="8504280" cy="566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Symbol</vt:lpstr>
      <vt:lpstr>Times New Roman</vt:lpstr>
      <vt:lpstr>Wingdings</vt:lpstr>
      <vt:lpstr>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JAIME ALBERTO HERNANDEZ JIMENEZ</cp:lastModifiedBy>
  <cp:revision>1</cp:revision>
  <dcterms:created xsi:type="dcterms:W3CDTF">2026-08-31T17:14:52Z</dcterms:created>
  <dcterms:modified xsi:type="dcterms:W3CDTF">2026-08-31T22:22:33Z</dcterms:modified>
  <dc:language>es-CO</dc:language>
</cp:coreProperties>
</file>